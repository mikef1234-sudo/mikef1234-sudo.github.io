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722abc18074128" /><Relationship Type="http://schemas.openxmlformats.org/officeDocument/2006/relationships/extended-properties" Target="/docProps/app.xml" Id="R96a48eb44a9a41f7" /><Relationship Type="http://schemas.openxmlformats.org/officeDocument/2006/relationships/officeDocument" Target="/ppt/presentation.xml" Id="R638f02439db944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51fa0e7b624d12"/>
  </p:sldMasterIdLst>
  <p:notesMasterIdLst>
    <p:notesMasterId xmlns:r="http://schemas.openxmlformats.org/officeDocument/2006/relationships" r:id="Rc2ba5ee61dcf4384"/>
  </p:notesMasterIdLst>
  <p:sldIdLst>
    <p:sldId xmlns:r="http://schemas.openxmlformats.org/officeDocument/2006/relationships" id="256" r:id="R3ae3f70f917f49f2"/>
    <p:sldId xmlns:r="http://schemas.openxmlformats.org/officeDocument/2006/relationships" id="257" r:id="R17be68cf69234fcf"/>
    <p:sldId xmlns:r="http://schemas.openxmlformats.org/officeDocument/2006/relationships" id="258" r:id="R8c7b02fa60d64b6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51fa0e7b624d12" /><Relationship Type="http://schemas.openxmlformats.org/officeDocument/2006/relationships/theme" Target="/ppt/theme/theme1.xml" Id="Rcdefbd089e5443bc" /><Relationship Type="http://schemas.openxmlformats.org/officeDocument/2006/relationships/notesMaster" Target="/ppt/notesMasters/notesMaster1.xml" Id="Rc2ba5ee61dcf4384" /><Relationship Type="http://schemas.openxmlformats.org/officeDocument/2006/relationships/presProps" Target="/ppt/presProps.xml" Id="Rdebbf3022e5c45cb" /><Relationship Type="http://schemas.openxmlformats.org/officeDocument/2006/relationships/viewProps" Target="/ppt/viewProps.xml" Id="R092032268e084fd4" /><Relationship Type="http://schemas.openxmlformats.org/officeDocument/2006/relationships/tableStyles" Target="/ppt/tableStyles.xml" Id="Rba60d821f0fc4999" /><Relationship Type="http://schemas.openxmlformats.org/officeDocument/2006/relationships/slide" Target="/ppt/slides/slide1.xml" Id="R3ae3f70f917f49f2" /><Relationship Type="http://schemas.openxmlformats.org/officeDocument/2006/relationships/slide" Target="/ppt/slides/slide2.xml" Id="R17be68cf69234fcf" /><Relationship Type="http://schemas.openxmlformats.org/officeDocument/2006/relationships/slide" Target="/ppt/slides/slide3.xml" Id="R8c7b02fa60d64b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4646902b7e246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d707648900419b" /><Relationship Type="http://schemas.openxmlformats.org/officeDocument/2006/relationships/notesMaster" Target="/ppt/notesMasters/notesMaster1.xml" Id="Re9f86aff74b043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024c3851ad4474" /><Relationship Type="http://schemas.openxmlformats.org/officeDocument/2006/relationships/notesMaster" Target="/ppt/notesMasters/notesMaster1.xml" Id="R455821ce21ec4c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591f6cbade4fb6" /><Relationship Type="http://schemas.openxmlformats.org/officeDocument/2006/relationships/notesMaster" Target="/ppt/notesMasters/notesMaster1.xml" Id="R0162048309224b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9166f6d59f42f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EB60A264-54BC-4F2B-A03A-C24605D2F096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D5E7AA9D-E91F-42C6-A453-4D3393DC07BE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E1D89FE-02B3-4FFF-83C8-682247FC1E8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E898A32-7884-4685-B909-E11882672D7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7DF9201-659E-4E2F-B654-616F8A036FC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ede65dab8dc4ef9" /><Relationship Type="http://schemas.openxmlformats.org/officeDocument/2006/relationships/slideLayout" Target="/ppt/slideLayouts/slideLayout2.xml" Id="Rc5ffa26297704d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4A050D-A7F7-4614-9BFC-677EF1A76D50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ffa26297704d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1ecf578d904427" /><Relationship Type="http://schemas.openxmlformats.org/officeDocument/2006/relationships/notesSlide" Target="/ppt/notesSlides/notesSlide1.xml" Id="Rb20175abdc8047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d2c27f11b74eb2" /><Relationship Type="http://schemas.openxmlformats.org/officeDocument/2006/relationships/notesSlide" Target="/ppt/notesSlides/notesSlide2.xml" Id="R49e90ef069614d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1ca44ff11040bd" /><Relationship Type="http://schemas.openxmlformats.org/officeDocument/2006/relationships/notesSlide" Target="/ppt/notesSlides/notesSlide3.xml" Id="Ra4a96f069f764f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7DF9201-659E-4E2F-B654-616F8A036F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90888-7514-4B8F-8902-66E105A4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RAID AND ACCOUNTABILITY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E6308-21FF-4316-BE94-69DE65B8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92D8B-AF67-4305-A6CE-78E10A09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33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424"/>
                </a:solidFill>
              </a:defRPr>
            </a:pPr>
            <a:r>
              <a:rPr sz="2700" b="1">
                <a:solidFill>
                  <a:srgbClr val="162424"/>
                </a:solidFill>
              </a:rPr>
              <a:t>Weekly accountability review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BE6C9-F4CD-4836-824B-A8CD3165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A69"/>
                </a:solidFill>
              </a:defRPr>
            </a:pPr>
            <a:r>
              <a:rPr sz="1350" b="0">
                <a:solidFill>
                  <a:srgbClr val="5A6A69"/>
                </a:solidFill>
              </a:rPr>
              <a:t>Use this deck to run a short control review focused on owners, risks, decisions, and follow-up.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4037D-6D8A-43CB-A6BF-44DC61F2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4762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0DE41-963B-44D7-B171-1A7EB86E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85290-6AB9-47FB-A5A2-E7BDB164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BEST 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B0565-DC25-45A3-8C8A-B7B9E73A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4343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Use this deck when the work is moving but the team needs a cleaner weekly control rhythm and stronger ownership visibility.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03FF2-F4F3-4721-B641-80FF8EC7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76600"/>
            <a:ext cx="4762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4A998-15B8-489E-B04E-DE7B7605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766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8A726-19AE-47A8-B26B-FA2DFB5F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8615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WHAT THIS SUPPORTS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24666F-450A-4323-B950-ABCBD27C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10000"/>
            <a:ext cx="4343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RAID review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Decision follow-up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Action ownership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Meeting reset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99ED2-D31D-4311-827B-BAB7E25F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A69"/>
                </a:solidFill>
              </a:defRPr>
            </a:pPr>
            <a:r>
              <a:rPr sz="750" b="0">
                <a:solidFill>
                  <a:srgbClr val="5A6A69"/>
                </a:solidFill>
              </a:rPr>
              <a:t>Clarpoint | Clear plans. Stronger communication. Better execution.</a:t>
            </a:r>
          </a:p>
        </p:txBody>
      </p:sp>
    </p:spTree>
    <p:extLst>
      <p:ext uri="{BB962C8B-B14F-4D97-AF65-F5344CB8AC3E}">
        <p14:creationId xmlns:p14="http://schemas.microsoft.com/office/powerpoint/2010/main" val="5633282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7DF9201-659E-4E2F-B654-616F8A036F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924AB-0C38-4682-AA60-00551299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CURRENT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7E498-0B33-448C-BB13-728B8D50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DD334-6F73-4F81-B739-07F87FAF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33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424"/>
                </a:solidFill>
              </a:defRPr>
            </a:pPr>
            <a:r>
              <a:rPr sz="2700" b="1">
                <a:solidFill>
                  <a:srgbClr val="162424"/>
                </a:solidFill>
              </a:rPr>
              <a:t>Show where attention is needed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478A4-6A89-4181-8FD1-1214DB14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A69"/>
                </a:solidFill>
              </a:defRPr>
            </a:pPr>
            <a:r>
              <a:rPr sz="1350" b="0">
                <a:solidFill>
                  <a:srgbClr val="5A6A69"/>
                </a:solidFill>
              </a:rPr>
              <a:t>Keep the conversation tight: what is open, what is blocked, what needs a decision, and who owns the next move.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31282-562D-4533-AC17-8CB71E69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73A75-404B-4C00-94AE-2E33DAEB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70ADF-741E-4BCE-A164-9C007456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TOP RISKS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8D828-B0C7-49FE-B205-CE722EF6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Risk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Impact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Owner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Mitigation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680B9-703B-4087-B0B3-912961ED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ECE38-BDF8-4694-9854-E8822BF6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69F965-CBF8-4355-9187-758E4BB0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OPEN 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0E8F1-DB30-4D4D-A42E-7752A194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Action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Owner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Due date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Progress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DA266-9545-4706-A835-E46C651F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18EF00-D6AD-46FB-855B-E4AC56DD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65E75F-B30C-4A83-A55B-1CA845EA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DECISIONS NEEDED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95F640-F6B1-4305-B63B-310B431A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Decision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Decision owner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Deadline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Impact if delayed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339A42-D396-4730-9F5D-B117A769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A69"/>
                </a:solidFill>
              </a:defRPr>
            </a:pPr>
            <a:r>
              <a:rPr sz="750" b="0">
                <a:solidFill>
                  <a:srgbClr val="5A6A69"/>
                </a:solidFill>
              </a:rPr>
              <a:t>Clarpoint | Clear plans. Stronger communication. Better execution.</a:t>
            </a:r>
          </a:p>
        </p:txBody>
      </p:sp>
    </p:spTree>
    <p:extLst>
      <p:ext uri="{BB962C8B-B14F-4D97-AF65-F5344CB8AC3E}">
        <p14:creationId xmlns:p14="http://schemas.microsoft.com/office/powerpoint/2010/main" val="2868856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7DF9201-659E-4E2F-B654-616F8A036F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D1C40-9F27-4DF6-BDEC-149E2136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5FECC-9D79-46DD-80AB-CA91F1EC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F8A4B-7674-4673-AE76-9106B3C1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33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424"/>
                </a:solidFill>
              </a:defRPr>
            </a:pPr>
            <a:r>
              <a:rPr sz="2700" b="1">
                <a:solidFill>
                  <a:srgbClr val="162424"/>
                </a:solidFill>
              </a:rPr>
              <a:t>Close the review with owners and dates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8CFAA-F39B-47A9-B896-1EE0DEBD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A69"/>
                </a:solidFill>
              </a:defRPr>
            </a:pPr>
            <a:r>
              <a:rPr sz="1350" b="0">
                <a:solidFill>
                  <a:srgbClr val="5A6A69"/>
                </a:solidFill>
              </a:rPr>
              <a:t>The outcome of the meeting should be visible ownership, not another loose recap.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01F74-F796-43D9-9B93-97DB958B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3CD49-9EB1-4DBE-8D32-7AC5D7B9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640DF-E509-46E7-A277-F63E5E99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ESCALATIONS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0A5F1-A6AD-4B24-92AF-AC2BD5E2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What needs sponsor attention now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Why it matters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What support is needed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AA5FC-E0B8-43F2-A269-74391F35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D342CA-B84C-4BE2-932B-E22F010E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96906-0427-4CE3-A7D4-266B85CE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FOLLOW-UP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CC2BF-B586-4586-BB9F-C4156C78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Actions to close this week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Owners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Due dates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38FF2-9946-4B1C-B743-6535C6D6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24853-81B0-4056-8104-C67FE528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89071-F786-478E-94B9-8E14A25E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OPERATING IMPROVEMENT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296260-C9B5-4896-9C46-E50459E6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What can move async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What meetings can shrink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What needs a cleaner tracker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E36F5D-652C-40AD-B948-4FED5FC6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A69"/>
                </a:solidFill>
              </a:defRPr>
            </a:pPr>
            <a:r>
              <a:rPr sz="750" b="0">
                <a:solidFill>
                  <a:srgbClr val="5A6A69"/>
                </a:solidFill>
              </a:rPr>
              <a:t>Clarpoint | Clear plans. Stronger communication. Better execution.</a:t>
            </a:r>
          </a:p>
        </p:txBody>
      </p:sp>
    </p:spTree>
    <p:extLst>
      <p:ext uri="{BB962C8B-B14F-4D97-AF65-F5344CB8AC3E}">
        <p14:creationId xmlns:p14="http://schemas.microsoft.com/office/powerpoint/2010/main" val="1401519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2026-05-24T21:41:57.9120000Z</dcterms:created>
  <dcterms:modified xsi:type="dcterms:W3CDTF">2026-05-24T21:41:57.9120000Z</dcterms:modified>
</coreProperties>
</file>