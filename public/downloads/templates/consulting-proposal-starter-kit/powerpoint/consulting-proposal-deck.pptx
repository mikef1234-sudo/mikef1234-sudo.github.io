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fe78c9d29649dc" /><Relationship Type="http://schemas.openxmlformats.org/officeDocument/2006/relationships/extended-properties" Target="/docProps/app.xml" Id="R173822f42962444b" /><Relationship Type="http://schemas.openxmlformats.org/officeDocument/2006/relationships/officeDocument" Target="/ppt/presentation.xml" Id="R2df3623e080146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26f8fafba041e3"/>
  </p:sldMasterIdLst>
  <p:notesMasterIdLst>
    <p:notesMasterId xmlns:r="http://schemas.openxmlformats.org/officeDocument/2006/relationships" r:id="Rf11c3337b8fd419f"/>
  </p:notesMasterIdLst>
  <p:sldIdLst>
    <p:sldId xmlns:r="http://schemas.openxmlformats.org/officeDocument/2006/relationships" id="256" r:id="Ra3ed3355a6224cd0"/>
    <p:sldId xmlns:r="http://schemas.openxmlformats.org/officeDocument/2006/relationships" id="257" r:id="R6abba532f6f442f0"/>
    <p:sldId xmlns:r="http://schemas.openxmlformats.org/officeDocument/2006/relationships" id="258" r:id="R5fc6ad908d9b40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6f8fafba041e3" /><Relationship Type="http://schemas.openxmlformats.org/officeDocument/2006/relationships/theme" Target="/ppt/theme/theme1.xml" Id="R73fdab9bbc4a407d" /><Relationship Type="http://schemas.openxmlformats.org/officeDocument/2006/relationships/notesMaster" Target="/ppt/notesMasters/notesMaster1.xml" Id="Rf11c3337b8fd419f" /><Relationship Type="http://schemas.openxmlformats.org/officeDocument/2006/relationships/presProps" Target="/ppt/presProps.xml" Id="R97d1e7f3f56848a1" /><Relationship Type="http://schemas.openxmlformats.org/officeDocument/2006/relationships/viewProps" Target="/ppt/viewProps.xml" Id="R454f94537f6845a4" /><Relationship Type="http://schemas.openxmlformats.org/officeDocument/2006/relationships/tableStyles" Target="/ppt/tableStyles.xml" Id="R173666f8f939438b" /><Relationship Type="http://schemas.openxmlformats.org/officeDocument/2006/relationships/slide" Target="/ppt/slides/slide1.xml" Id="Ra3ed3355a6224cd0" /><Relationship Type="http://schemas.openxmlformats.org/officeDocument/2006/relationships/slide" Target="/ppt/slides/slide2.xml" Id="R6abba532f6f442f0" /><Relationship Type="http://schemas.openxmlformats.org/officeDocument/2006/relationships/slide" Target="/ppt/slides/slide3.xml" Id="R5fc6ad908d9b40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85831931334e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f9754c625945f9" /><Relationship Type="http://schemas.openxmlformats.org/officeDocument/2006/relationships/notesMaster" Target="/ppt/notesMasters/notesMaster1.xml" Id="R957c41c261c649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1e76bda7d1429e" /><Relationship Type="http://schemas.openxmlformats.org/officeDocument/2006/relationships/notesMaster" Target="/ppt/notesMasters/notesMaster1.xml" Id="R4c2c4532206f45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6873ec186d4dfc" /><Relationship Type="http://schemas.openxmlformats.org/officeDocument/2006/relationships/notesMaster" Target="/ppt/notesMasters/notesMaster1.xml" Id="R477d833b288543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e68b398f24fa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6DB005D-C947-4D4A-84F0-E66E103B7F2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5686724-1124-4607-A724-EE29D3B0976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6D0939-1A27-406D-890F-7B8CAADAB46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386E04-E52D-477D-A781-140977B94B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B98189-250B-4ECB-86C5-301B9DD00E7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575aca93c140b9" /><Relationship Type="http://schemas.openxmlformats.org/officeDocument/2006/relationships/slideLayout" Target="/ppt/slideLayouts/slideLayout2.xml" Id="R0470de03247a4e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0CC24-58C2-450D-8CE1-53A46D83519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70de03247a4e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766bde45be4c66" /><Relationship Type="http://schemas.openxmlformats.org/officeDocument/2006/relationships/notesSlide" Target="/ppt/notesSlides/notesSlide1.xml" Id="Ra19d21e5d7484a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ce2e472dd648c6" /><Relationship Type="http://schemas.openxmlformats.org/officeDocument/2006/relationships/notesSlide" Target="/ppt/notesSlides/notesSlide2.xml" Id="Raf89b31fb26545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6f390b7824d92" /><Relationship Type="http://schemas.openxmlformats.org/officeDocument/2006/relationships/notesSlide" Target="/ppt/notesSlides/notesSlide3.xml" Id="R58c29120ed9941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B98189-250B-4ECB-86C5-301B9DD00E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8655F-794C-45A7-A8D1-D981893F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CONSULTING PROPOSAL 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811C7-69F8-4EB0-AD3F-3735B639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F14CE-CB1D-4884-99C4-8FA8043C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Consulting proposal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3034A-5BF0-4B17-83A6-CAD30060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Use this deck to present a clearer scope, stronger investment framing, and a more confident next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FF761-EE80-4B66-8B67-FC4E3E24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EA08E-5453-495B-B4A1-427C2E3E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6C769-50B3-4794-8E0D-BC1439E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BEST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B7D72-75B7-4698-A03C-0D0B0561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Use this deck after discovery when you need to move from a conversation into a structured recommendation and proposal.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736C7-169C-4AFE-871D-B2C2107E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8E33F-9BB5-493D-ABC3-F1210778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E2A9D-F7DB-4231-A76F-D14CBD00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WHAT THIS SUPPORTS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B5D3B-8BDF-412E-910D-4AD5BC03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Executive summary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Scope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Timeline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Investment options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DE4C7-BC4D-43F7-8B68-094F3460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2020695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B98189-250B-4ECB-86C5-301B9DD00E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8C771-C059-4F26-8167-50E314BC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9AC10-D103-48F4-9BEB-C970414B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E2C67-0FD5-4E42-9AE6-E70C3BE2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Frame the current state and recommended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56D8C-099B-479F-ACDE-CC58AC1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Keep the proposal story simple enough to scan and strong enough to support a buying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C66AB-9178-47F3-95A4-E7A4A889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F4543-7F79-4DDC-B268-7A4C233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ED9C6-78A9-4060-83C7-2B423D9D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22026-2DA0-49A4-9ADC-63485773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is happening now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Where friction is showing up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Why it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5E5D7-AB3D-4DC5-9E2F-A10F83F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DBA73-C3E4-41CA-959A-31741CA2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4A6C6-4077-4163-B465-5B7AD492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RECOMMENDED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1A5B4-B066-400D-B280-F752DA6E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Clarpoint would do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How the work will be structured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Key deliverables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737EA-10DC-4E6D-A735-8C0B4232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718AF-3553-4795-B38B-DADBD8C8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6F6E5-517D-41F8-890B-BE2F13B7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CLIENT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EB418-2642-40F9-ABBF-5B42546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Inputs needed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Review responsibilities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Approval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FCC22-6092-4125-9B10-AA3E65EE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936363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B98189-250B-4ECB-86C5-301B9DD00E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34068-7C55-4F3B-BD1D-AF8248B2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DECISION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E82C0-F3F7-4C31-93DD-69881F61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E53B-EE33-4572-BAF4-071B5A2B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Make scope, pricing, and next steps feel clear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E3094-21F9-4CD0-B73F-155BF5A7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The goal is to reduce ambiguity so the client can make a cleaner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41C21-D16F-4D2D-97FA-26FDFAD1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91178-68B6-481D-8EAF-A3A7C226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40566-9892-4936-B82F-F6E5B16D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OPTIONS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76635-0EE6-4460-8927-3F9BEDD7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Starter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Core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Embedded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When each option fits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7F8CA-A859-4849-BEED-954A9142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F226B-0C48-407B-AFFC-EA013306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64F4C-0692-4F5F-A880-2A2A6542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COMMERCIALS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06E5C-E8E0-4B97-888A-574D68D4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Fee structure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Timing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Assumptions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Exclusions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B3F34-6E0E-4B82-8445-FF648862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9652B-DA24-447D-A1AD-A63099D0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FEC78-2268-4FC9-800F-C0F036D7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NEXT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5A0BE-E09C-4488-A1B3-3601EFAD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Decision deadline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Kickoff plan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happens after approval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6367B-4532-42BB-B113-78B34DA3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304939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2026-05-24T21:41:58.0130000Z</dcterms:created>
  <dcterms:modified xsi:type="dcterms:W3CDTF">2026-05-24T21:41:58.0130000Z</dcterms:modified>
</coreProperties>
</file>