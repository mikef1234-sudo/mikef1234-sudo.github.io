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8a6ccf2e1940ba" /><Relationship Type="http://schemas.openxmlformats.org/officeDocument/2006/relationships/extended-properties" Target="/docProps/app.xml" Id="R84f53162cbdf406e" /><Relationship Type="http://schemas.openxmlformats.org/officeDocument/2006/relationships/officeDocument" Target="/ppt/presentation.xml" Id="R659f040ad4134d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94640980c484925"/>
  </p:sldMasterIdLst>
  <p:notesMasterIdLst>
    <p:notesMasterId xmlns:r="http://schemas.openxmlformats.org/officeDocument/2006/relationships" r:id="R106e851156544df8"/>
  </p:notesMasterIdLst>
  <p:sldIdLst>
    <p:sldId xmlns:r="http://schemas.openxmlformats.org/officeDocument/2006/relationships" id="256" r:id="Ra50764b39ba3400d"/>
    <p:sldId xmlns:r="http://schemas.openxmlformats.org/officeDocument/2006/relationships" id="257" r:id="R1d5cd5de65cc467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4640980c484925" /><Relationship Type="http://schemas.openxmlformats.org/officeDocument/2006/relationships/theme" Target="/ppt/theme/theme1.xml" Id="R72ddea58f849435c" /><Relationship Type="http://schemas.openxmlformats.org/officeDocument/2006/relationships/notesMaster" Target="/ppt/notesMasters/notesMaster1.xml" Id="R106e851156544df8" /><Relationship Type="http://schemas.openxmlformats.org/officeDocument/2006/relationships/presProps" Target="/ppt/presProps.xml" Id="R80ab9121751143c7" /><Relationship Type="http://schemas.openxmlformats.org/officeDocument/2006/relationships/viewProps" Target="/ppt/viewProps.xml" Id="Refbea70665d84618" /><Relationship Type="http://schemas.openxmlformats.org/officeDocument/2006/relationships/tableStyles" Target="/ppt/tableStyles.xml" Id="Rda618466c68440f0" /><Relationship Type="http://schemas.openxmlformats.org/officeDocument/2006/relationships/slide" Target="/ppt/slides/slide1.xml" Id="Ra50764b39ba3400d" /><Relationship Type="http://schemas.openxmlformats.org/officeDocument/2006/relationships/slide" Target="/ppt/slides/slide2.xml" Id="R1d5cd5de65cc46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ce5cdf7839494b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dc117c072c4e41" /><Relationship Type="http://schemas.openxmlformats.org/officeDocument/2006/relationships/notesMaster" Target="/ppt/notesMasters/notesMaster1.xml" Id="R345452e8c7d34e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0d97e4f39f436d" /><Relationship Type="http://schemas.openxmlformats.org/officeDocument/2006/relationships/notesMaster" Target="/ppt/notesMasters/notesMaster1.xml" Id="R091a65b9de3641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669fa9ead246e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C6EEDDA9-7833-47D8-9227-CEAE5614EB5E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E3A56B3E-F105-45B5-BF50-19FC46158D6D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5271F98-F4A0-4C9F-86F5-4341DDD6283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052099A-4928-4C12-B7BE-F18F3FD2106F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AF85AE7-8028-4BAC-9F23-4DCB74C1B443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bd9c5def7094af1" /><Relationship Type="http://schemas.openxmlformats.org/officeDocument/2006/relationships/slideLayout" Target="/ppt/slideLayouts/slideLayout2.xml" Id="Rd3fd688da13f47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4F2EBA9-0504-48B7-A5F9-0B7E6466ABD6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fd688da13f47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da306941f6459e" /><Relationship Type="http://schemas.openxmlformats.org/officeDocument/2006/relationships/notesSlide" Target="/ppt/notesSlides/notesSlide1.xml" Id="R211012601d8c4c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a501f21dd94256" /><Relationship Type="http://schemas.openxmlformats.org/officeDocument/2006/relationships/notesSlide" Target="/ppt/notesSlides/notesSlide2.xml" Id="Ra58937eb1f704b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2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AF85AE7-8028-4BAC-9F23-4DCB74C1B4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B499D9-D2B3-4360-AA8F-7AD82738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FULL CLARPOINT TOOLKIT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3284CE-95EC-487F-AF78-56842B03B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24956A-F7DB-4BAA-8CE9-5B26051B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7334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424"/>
                </a:solidFill>
              </a:defRPr>
            </a:pPr>
            <a:r>
              <a:rPr sz="2700" b="1">
                <a:solidFill>
                  <a:srgbClr val="162424"/>
                </a:solidFill>
              </a:rPr>
              <a:t>Full Clarpoint client delivery system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FBD32B-4A9A-4FA1-B313-D46BC906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A69"/>
                </a:solidFill>
              </a:defRPr>
            </a:pPr>
            <a:r>
              <a:rPr sz="1350" b="0">
                <a:solidFill>
                  <a:srgbClr val="5A6A69"/>
                </a:solidFill>
              </a:rPr>
              <a:t>Use this deck to understand how the packs work together as a reusable consulting and delivery operating 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5A0222-5A47-4DDE-B065-2BF939EA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4762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207885-45C1-4204-9FF1-DABAEC6A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5B5069-C6A2-4F08-AF27-7A0B5C7E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86150"/>
            <a:ext cx="434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WHAT IS IN THE BUNDLE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E31688-E24E-4FF6-B52A-C7F98A87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4343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Executive status tools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Project controls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Client kickoff files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Website planning resources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Proposal support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97148B-71D0-4FD6-9DDC-E6E593CE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76600"/>
            <a:ext cx="4762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2701A6-FCEA-4296-9849-C8845102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76600"/>
            <a:ext cx="762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8390AE-EA29-46EB-AC67-10FC88F5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86150"/>
            <a:ext cx="43434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BEST FIT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B06D46-231A-4968-8A6F-AB2200DF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10000"/>
            <a:ext cx="43434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Consultants, agencies, operators, and delivery teams who want one repeatable working system instead of isolated templates.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D981D3-ACC0-4F50-A466-2BAAAE42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A69"/>
                </a:solidFill>
              </a:defRPr>
            </a:pPr>
            <a:r>
              <a:rPr sz="750" b="0">
                <a:solidFill>
                  <a:srgbClr val="5A6A69"/>
                </a:solidFill>
              </a:rPr>
              <a:t>Clarpoint | Clear plans. Stronger communication. Better execution.</a:t>
            </a:r>
          </a:p>
        </p:txBody>
      </p:sp>
    </p:spTree>
    <p:extLst>
      <p:ext uri="{BB962C8B-B14F-4D97-AF65-F5344CB8AC3E}">
        <p14:creationId xmlns:p14="http://schemas.microsoft.com/office/powerpoint/2010/main" val="20406913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8F3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AF85AE7-8028-4BAC-9F23-4DCB74C1B44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776E1C-C73C-4183-AD9F-118482B9C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SYSTEM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23116C-A95A-46A2-BE8A-EA03C44B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580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24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555B21-2998-4294-A6CA-AED358DC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52500"/>
            <a:ext cx="7334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2424"/>
                </a:solidFill>
              </a:defRPr>
            </a:pPr>
            <a:r>
              <a:rPr sz="2700" b="1">
                <a:solidFill>
                  <a:srgbClr val="162424"/>
                </a:solidFill>
              </a:rPr>
              <a:t>Move from opportunity to plan to delivery with less noise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BC0FCB-1E36-4E55-ADEB-5858B63B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723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A6A69"/>
                </a:solidFill>
              </a:defRPr>
            </a:pPr>
            <a:r>
              <a:rPr sz="1350" b="0">
                <a:solidFill>
                  <a:srgbClr val="5A6A69"/>
                </a:solidFill>
              </a:rPr>
              <a:t>This slide helps explain where each toolkit fits in the broader client or internal workflow.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28FEFE-B9C1-4099-A56D-7C4C850D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381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F7801D-2050-446A-A1BB-464425EE7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E4ADE-7418-4E51-90FE-0BDF22BEE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1962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START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79C9D-EFC3-4268-A55F-F4051F582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1962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Proposal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Discovery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Scope framing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828BB-1E85-4B29-9BB6-F24F34BF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43250"/>
            <a:ext cx="2381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CE9913-9076-4206-B3B2-54EA26E5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85A619-2553-43B4-A476-C821F74C6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352800"/>
            <a:ext cx="1962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PLAN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05D6ED-E25D-43E4-A6BC-68004A48C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76650"/>
            <a:ext cx="1962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Kickoff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Roles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Timeline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Stakeholders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4CCEDE-9EC4-414E-A61A-6A0A1287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43250"/>
            <a:ext cx="2381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5270CC-55ED-4C1F-B333-3FC372E1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896027-C1AC-4206-B2D7-50B37BD6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352800"/>
            <a:ext cx="1962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DELIVER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EF5913-7E0D-4F2F-AF16-69E0E34F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676650"/>
            <a:ext cx="1962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Status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RAID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Decisions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Actions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555B75-06E1-468A-90FD-5C98AD2E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43250"/>
            <a:ext cx="2381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242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687CD3-70CB-4234-9B3C-062562C2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43250"/>
            <a:ext cx="76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6B2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7E33A8-D7FF-4364-89C1-5646676F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52800"/>
            <a:ext cx="19621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D5B55"/>
                </a:solidFill>
              </a:defRPr>
            </a:pPr>
            <a:r>
              <a:rPr sz="975" b="1">
                <a:solidFill>
                  <a:srgbClr val="0D5B55"/>
                </a:solidFill>
              </a:rPr>
              <a:t>IMPROVE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F390A2-A968-48DA-8FEF-E19C9D72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676650"/>
            <a:ext cx="19621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Website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Messaging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Operating rhythm</a:t>
            </a:r>
          </a:p>
          <a:p xmlns:a="http://schemas.openxmlformats.org/drawingml/2006/main">
            <a:pPr algn="l">
              <a:defRPr sz="1350" b="0">
                <a:solidFill>
                  <a:srgbClr val="162424"/>
                </a:solidFill>
              </a:defRPr>
            </a:pPr>
            <a:r>
              <a:rPr sz="1350" b="0">
                <a:solidFill>
                  <a:srgbClr val="162424"/>
                </a:solidFill>
              </a:rPr>
              <a:t>Next-step clarity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A6221B-FCF5-4387-BA66-90F3871A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38900"/>
            <a:ext cx="857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A6A69"/>
                </a:solidFill>
              </a:defRPr>
            </a:pPr>
            <a:r>
              <a:rPr sz="750" b="0">
                <a:solidFill>
                  <a:srgbClr val="5A6A69"/>
                </a:solidFill>
              </a:rPr>
              <a:t>Clarpoint | Clear plans. Stronger communication. Better execution.</a:t>
            </a:r>
          </a:p>
        </p:txBody>
      </p:sp>
    </p:spTree>
    <p:extLst>
      <p:ext uri="{BB962C8B-B14F-4D97-AF65-F5344CB8AC3E}">
        <p14:creationId xmlns:p14="http://schemas.microsoft.com/office/powerpoint/2010/main" val="6569195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2026-05-24T21:41:58.1160000Z</dcterms:created>
  <dcterms:modified xsi:type="dcterms:W3CDTF">2026-05-24T21:41:58.1160000Z</dcterms:modified>
</coreProperties>
</file>