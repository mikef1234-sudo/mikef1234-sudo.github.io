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5b61f1c1de401f" /><Relationship Type="http://schemas.openxmlformats.org/officeDocument/2006/relationships/extended-properties" Target="/docProps/app.xml" Id="R92d7dabdbca543f9" /><Relationship Type="http://schemas.openxmlformats.org/officeDocument/2006/relationships/officeDocument" Target="/ppt/presentation.xml" Id="R3c3ffdc36519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ce79cea564b27"/>
  </p:sldMasterIdLst>
  <p:notesMasterIdLst>
    <p:notesMasterId xmlns:r="http://schemas.openxmlformats.org/officeDocument/2006/relationships" r:id="R1c9bfa749a6e473d"/>
  </p:notesMasterIdLst>
  <p:sldIdLst>
    <p:sldId xmlns:r="http://schemas.openxmlformats.org/officeDocument/2006/relationships" id="256" r:id="R1a89d393c01f48a6"/>
    <p:sldId xmlns:r="http://schemas.openxmlformats.org/officeDocument/2006/relationships" id="257" r:id="Rc899fa3c0dec47ff"/>
    <p:sldId xmlns:r="http://schemas.openxmlformats.org/officeDocument/2006/relationships" id="258" r:id="R3399b2dd3cbf43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ce79cea564b27" /><Relationship Type="http://schemas.openxmlformats.org/officeDocument/2006/relationships/theme" Target="/ppt/theme/theme1.xml" Id="Rf1970ec0a59541e1" /><Relationship Type="http://schemas.openxmlformats.org/officeDocument/2006/relationships/notesMaster" Target="/ppt/notesMasters/notesMaster1.xml" Id="R1c9bfa749a6e473d" /><Relationship Type="http://schemas.openxmlformats.org/officeDocument/2006/relationships/presProps" Target="/ppt/presProps.xml" Id="R2483e4e940894802" /><Relationship Type="http://schemas.openxmlformats.org/officeDocument/2006/relationships/viewProps" Target="/ppt/viewProps.xml" Id="R72ee7866fbde429e" /><Relationship Type="http://schemas.openxmlformats.org/officeDocument/2006/relationships/tableStyles" Target="/ppt/tableStyles.xml" Id="Rf7ed2d0a2bc94ef6" /><Relationship Type="http://schemas.openxmlformats.org/officeDocument/2006/relationships/slide" Target="/ppt/slides/slide1.xml" Id="R1a89d393c01f48a6" /><Relationship Type="http://schemas.openxmlformats.org/officeDocument/2006/relationships/slide" Target="/ppt/slides/slide2.xml" Id="Rc899fa3c0dec47ff" /><Relationship Type="http://schemas.openxmlformats.org/officeDocument/2006/relationships/slide" Target="/ppt/slides/slide3.xml" Id="R3399b2dd3cbf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112768022447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908dcf9464593" /><Relationship Type="http://schemas.openxmlformats.org/officeDocument/2006/relationships/notesMaster" Target="/ppt/notesMasters/notesMaster1.xml" Id="Rd09e7253fd2641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3149443a704d0e" /><Relationship Type="http://schemas.openxmlformats.org/officeDocument/2006/relationships/notesMaster" Target="/ppt/notesMasters/notesMaster1.xml" Id="Rac1c9735a5e5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bad15602804a26" /><Relationship Type="http://schemas.openxmlformats.org/officeDocument/2006/relationships/notesMaster" Target="/ppt/notesMasters/notesMaster1.xml" Id="Rda48b2720488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68cd33b5e41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1EBB4A1-7B8B-4C84-A813-7D811B278FA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4053DDA-C042-4134-B241-B3E25057DC7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AB6E22-BBC0-4756-A398-DBBB1E6B66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573172-4A18-41BD-947E-260989D16FE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F96C65-1CE2-4C21-B048-C6CB43700EF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c373141a81c4a93" /><Relationship Type="http://schemas.openxmlformats.org/officeDocument/2006/relationships/slideLayout" Target="/ppt/slideLayouts/slideLayout2.xml" Id="Rbf87914c0f5a41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8906EC-84D9-4A22-8B9D-BD99E312F75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87914c0f5a41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e25fd7184b447f" /><Relationship Type="http://schemas.openxmlformats.org/officeDocument/2006/relationships/notesSlide" Target="/ppt/notesSlides/notesSlide1.xml" Id="R0d7aae6338cd4c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edd32520b4267" /><Relationship Type="http://schemas.openxmlformats.org/officeDocument/2006/relationships/notesSlide" Target="/ppt/notesSlides/notesSlide2.xml" Id="R4dd9b7c9625949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e0a95470140f3" /><Relationship Type="http://schemas.openxmlformats.org/officeDocument/2006/relationships/notesSlide" Target="/ppt/notesSlides/notesSlide3.xml" Id="R9557a4d3e259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F96C65-1CE2-4C21-B048-C6CB43700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00952-50D5-4DF2-9762-D1600909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CLIENT KICKOFF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1B870-E0E9-42B8-ACBE-7336F4AE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AA52C-B32F-444F-BF3D-35D06975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Client kickoff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C9713-AD62-4433-B329-C026EA77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editable deck to lead a calm, structured kickoff that sets expectations and creates cleaner follow-through.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0E2F5-F7F3-4501-94F9-8322FB32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B79F3-328F-47A2-B697-AE63014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FE8E2-8856-48A8-A41B-2ED864D1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AD46E-987C-45A1-BD1A-70FCE863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Align on outcomes, scope, roles, cadence, and immediate next steps without turning kickoff into a loose discussion.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509DD-C348-41D4-BA4B-2F210206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25F4E-475D-4C41-A1CF-8723A3DE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C4AB8-3670-43DC-ABF6-A4089A6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HOW TO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F37E3-2056-4DAF-9642-11B7D966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Pair this deck with the agenda, stakeholder intake form, workbook, and follow-up email template in the same pack.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E6DB0-8905-4836-BAC5-A460A90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322220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F96C65-1CE2-4C21-B048-C6CB43700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E7DF4-2420-404D-927D-597B89B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SCOPE AND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6F62-8FE8-4B88-9A18-EE7873C1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7F59D-8453-45E4-8971-D8FAB8D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Start with the outcome, then define the working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9D398-E8F0-4053-BB23-5CC66B7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Keep the opening slides focused on what the work is meant to achieve and how success will be recognized.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5AAEF-7F4B-4BA3-A646-AB7DD6D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D357-022B-4C0F-AA0F-1FB42D46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71F68-D0A5-4C78-BCFE-D51A9E52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DESIRED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5E640-DC32-4C55-9536-C199082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Why this work matters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should be true at the end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success should feel like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5E105-1E79-4D97-8326-8C965C4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25261-648F-4EED-896E-DF2776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0CACD-FF6D-49B6-861E-5232A0AB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48BAD-0C0B-4351-9C08-0A807872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In scope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Out of scope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Known assumptions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Dependencies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88C39-AD67-40FE-A7E5-A5E36AC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9B5DA-08C0-45CF-B7F6-3DEDA8C4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5D965-CF3E-48E0-B75E-F1CD884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WORKING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9CEA4-6BAF-444E-81EF-CA7EB2CE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Cadence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Communication path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Review points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Escalation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5D0B2-5D49-4E78-B5F7-DAD7B9E9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743644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F96C65-1CE2-4C21-B048-C6CB43700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01CC-55BA-4C07-B8C6-244D3BCF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OWNERSHIP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11C4F-5760-47A4-9F81-448E3F84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4C3E5-4D33-49A5-805B-544D0C92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Make owners and first actions visible before the meeting 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87A0-4BD3-4FF0-91FD-93F844D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The goal is to leave kickoff with fewer assumptions and a stronger follow-up rhythm.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13842-55EE-4CD7-BBA9-6A19DC7D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E5360-22AD-4DAA-9838-99791905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AE047-6A3E-4096-812E-1709498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KEY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0565B-9188-4BEB-8DEA-B1A833D1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Executive sponsor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Business 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Delivery lead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Approver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91160-81AB-4911-B09F-7D8B000D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8BED6-DA34-471D-844D-AB0F9CD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2874D-192B-4148-B89C-C243C83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IMMEDIATE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3FD91-70E6-469D-89F9-743BCA5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Action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Due date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Tracking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0EEF1-9719-4FFE-9DD8-F2F9252C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C915E-F844-4DA3-A36B-0B19B0D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C456E-45B6-4270-80AA-0C7E66E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NEXT 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9E282-AE77-422A-AB42-5FBFF165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First follow-up review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Needed materials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Success signal for week 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55A81-E46A-4713-81F9-735EC939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745388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2026-05-24T20:46:34.9780000Z</dcterms:created>
  <dcterms:modified xsi:type="dcterms:W3CDTF">2026-05-24T20:46:34.9780000Z</dcterms:modified>
</coreProperties>
</file>