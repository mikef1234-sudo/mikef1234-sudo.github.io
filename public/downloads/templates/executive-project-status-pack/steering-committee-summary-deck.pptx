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4dc308d3c47de" /><Relationship Type="http://schemas.openxmlformats.org/officeDocument/2006/relationships/extended-properties" Target="/docProps/app.xml" Id="R6cb175bd025f4199" /><Relationship Type="http://schemas.openxmlformats.org/officeDocument/2006/relationships/officeDocument" Target="/ppt/presentation.xml" Id="R3bc6f4ff9a454d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a92abd82e4344"/>
  </p:sldMasterIdLst>
  <p:notesMasterIdLst>
    <p:notesMasterId xmlns:r="http://schemas.openxmlformats.org/officeDocument/2006/relationships" r:id="Rde914b79c1274797"/>
  </p:notesMasterIdLst>
  <p:sldIdLst>
    <p:sldId xmlns:r="http://schemas.openxmlformats.org/officeDocument/2006/relationships" id="256" r:id="Rbade32425565428d"/>
    <p:sldId xmlns:r="http://schemas.openxmlformats.org/officeDocument/2006/relationships" id="257" r:id="R80bb5e133f0349c1"/>
    <p:sldId xmlns:r="http://schemas.openxmlformats.org/officeDocument/2006/relationships" id="258" r:id="R5c2146d9d75d4e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a92abd82e4344" /><Relationship Type="http://schemas.openxmlformats.org/officeDocument/2006/relationships/theme" Target="/ppt/theme/theme1.xml" Id="R6a545356fbd74496" /><Relationship Type="http://schemas.openxmlformats.org/officeDocument/2006/relationships/notesMaster" Target="/ppt/notesMasters/notesMaster1.xml" Id="Rde914b79c1274797" /><Relationship Type="http://schemas.openxmlformats.org/officeDocument/2006/relationships/presProps" Target="/ppt/presProps.xml" Id="R68a1d63c8ece4bc4" /><Relationship Type="http://schemas.openxmlformats.org/officeDocument/2006/relationships/viewProps" Target="/ppt/viewProps.xml" Id="Rf2a9b685ead2400d" /><Relationship Type="http://schemas.openxmlformats.org/officeDocument/2006/relationships/tableStyles" Target="/ppt/tableStyles.xml" Id="Recd04ffb7ab04f0f" /><Relationship Type="http://schemas.openxmlformats.org/officeDocument/2006/relationships/slide" Target="/ppt/slides/slide1.xml" Id="Rbade32425565428d" /><Relationship Type="http://schemas.openxmlformats.org/officeDocument/2006/relationships/slide" Target="/ppt/slides/slide2.xml" Id="R80bb5e133f0349c1" /><Relationship Type="http://schemas.openxmlformats.org/officeDocument/2006/relationships/slide" Target="/ppt/slides/slide3.xml" Id="R5c2146d9d75d4e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1e15c505574e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09159196284951" /><Relationship Type="http://schemas.openxmlformats.org/officeDocument/2006/relationships/notesMaster" Target="/ppt/notesMasters/notesMaster1.xml" Id="Rdc103345165f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7d8e671fd342fb" /><Relationship Type="http://schemas.openxmlformats.org/officeDocument/2006/relationships/notesMaster" Target="/ppt/notesMasters/notesMaster1.xml" Id="R92eff4b661eb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cd27a1e76545ad" /><Relationship Type="http://schemas.openxmlformats.org/officeDocument/2006/relationships/notesMaster" Target="/ppt/notesMasters/notesMaster1.xml" Id="R291c91f475aa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69280489943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A368D8C-0B1F-4FB7-B086-BA9DB974D36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3CA724D-A55D-479C-AB36-D9E897B9B3D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903C33-458E-49A0-93E1-12884353510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D800EE-F043-4704-93CB-574C0A98AE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8C9FF6-CD38-4AE4-A522-BE89DED0516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a422b0b53248a0" /><Relationship Type="http://schemas.openxmlformats.org/officeDocument/2006/relationships/slideLayout" Target="/ppt/slideLayouts/slideLayout2.xml" Id="Rb048c2c39e9d45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6C9E0A-1AF7-4BCE-8ED0-000CC0B2455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8c2c39e9d45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16f9fa70c4014" /><Relationship Type="http://schemas.openxmlformats.org/officeDocument/2006/relationships/notesSlide" Target="/ppt/notesSlides/notesSlide1.xml" Id="Rdcb5de1b4484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62645dec2a44b0" /><Relationship Type="http://schemas.openxmlformats.org/officeDocument/2006/relationships/notesSlide" Target="/ppt/notesSlides/notesSlide2.xml" Id="Red6266fbb036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e700020782486b" /><Relationship Type="http://schemas.openxmlformats.org/officeDocument/2006/relationships/notesSlide" Target="/ppt/notesSlides/notesSlide3.xml" Id="R7de3be06901d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8C9FF6-CD38-4AE4-A522-BE89DED051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21CB7-6988-40E9-9536-038F166B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EXECUTIVE STATUS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624C8-931D-4BAF-AAF0-5FFAA91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A83D-8131-421E-B8CD-CCAC091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Steering committee summary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3204D-7EE6-4C08-9C94-B051493F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editable deck to turn weekly delivery detail into a short executive checkpoint.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3983E-8125-48BC-8E2B-A97638DF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048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C5F2D-0B86-4D84-86F3-CBB6FCF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AA936-4F89-4999-AA2D-4BC4CBD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62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BEST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71FDB-79C6-46CD-9CC5-F49BFD7A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629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Use this deck when leadership needs a sharper current-state view, key risks, decisions needed, and the next milestone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ED26D-7382-4786-9633-65CBF5C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5048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2F27D-289F-4536-84E0-1ED00DC7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82B8C-EB7B-4576-B9DE-ABDFCEA7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462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TO CUSTOMIZE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9F74E-84C4-42B6-A3CE-C6E3069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4629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Replace the sample titles, milestone notes, risk items, and decision asks with current project-specific content before each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3DB87-A28D-402E-B439-9716E7CA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43365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8C9FF6-CD38-4AE4-A522-BE89DED051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66C5-40D9-460F-BD67-4DAEBBA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2D227-C381-40A9-82DC-40D74BCE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60B43-DA15-473C-B6E5-412610FD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Current status, top message, and leadership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32AD1-6BD2-4D7F-8D1F-1F6F4DB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A strong executive slide should be short enough to scan and specific enough to drive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A8478-5BA5-45DC-9798-E0598C4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3E7AB-3F7D-4C18-8B7E-1A1B5DCF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96A89-360E-4604-B247-DA06B26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STATUS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FE02F-B465-4F54-AC84-3247987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Overall status: [Green / Yellow / Red]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Primary message: [What leadership should understand immediately]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Confidence: [High / Medium / Low]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2278F-D8EF-4EBB-BB6B-1C28BC4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37FA5-A254-4AEB-9FF6-F4CEDD8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BD39E-A9CB-4759-A836-A9829F9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A5810-9A42-4914-B40D-33EBEEE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Progress this period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Milestones completed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moved or slipped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leadership should not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9518D-0916-40A5-BC5B-8C1028C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9D312-03B9-4208-8712-1E6CED6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C7E2F-B180-43FC-A4B8-2B4C967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LEADERSHIP 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DDDB8-60B1-49ED-88C3-9EEAC43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 needed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Deadline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happens if delayed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9D773-8494-4891-80B9-DEF753A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34475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8C9FF6-CD38-4AE4-A522-BE89DED051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68CB8-D240-4C84-B116-578C6781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RISKS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6532-05F1-41E6-9D53-75441DB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97006-2FBB-41CB-9580-84BB497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Show risk, ownership, and what happens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6DB6-B690-4E32-BB1B-EC9C2071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slide when leadership needs a clean view of where delivery pressure is building.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6208-A190-44A6-9921-F7474B4E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9C0A1-72B2-449B-B9D8-5121AFC2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65697-F942-4614-A6BF-BF09E07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TOP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13F4-E768-4EB6-B591-02E43E3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Risk 1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Impact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Mitigation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372A1-06A4-4423-A37E-BCF3350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3BCA7-3C53-45A5-A79B-482FE640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0869D-FCA6-4D8F-992B-DFCB036A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DEPENDENCIES AND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FA91D-7C51-4C92-A1C1-62370BB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Dependency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Current state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needs to happen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A9C6-92DD-4E39-80F7-DE12B41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18ADA-B029-4170-94DC-42417F7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1FC16-E926-4C1B-B8B8-0413E8B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NEXT MILESTONE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7A495-FCC8-4945-926B-E3113B7E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Next milestone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Target date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Risk to date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Support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FD9AE-242B-4E2C-9C4C-1ECD4022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937102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2026-05-24T21:41:57.2450000Z</dcterms:created>
  <dcterms:modified xsi:type="dcterms:W3CDTF">2026-05-24T21:41:57.2450000Z</dcterms:modified>
</coreProperties>
</file>