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96e763f4934a24" /><Relationship Type="http://schemas.openxmlformats.org/officeDocument/2006/relationships/extended-properties" Target="/docProps/app.xml" Id="R3e27cda649ad4724" /><Relationship Type="http://schemas.openxmlformats.org/officeDocument/2006/relationships/officeDocument" Target="/ppt/presentation.xml" Id="Raa92dc5eb01847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4e22f16e654388"/>
  </p:sldMasterIdLst>
  <p:notesMasterIdLst>
    <p:notesMasterId xmlns:r="http://schemas.openxmlformats.org/officeDocument/2006/relationships" r:id="R070f82c4e0a44d5e"/>
  </p:notesMasterIdLst>
  <p:sldIdLst>
    <p:sldId xmlns:r="http://schemas.openxmlformats.org/officeDocument/2006/relationships" id="256" r:id="Rac125dddded84fe4"/>
    <p:sldId xmlns:r="http://schemas.openxmlformats.org/officeDocument/2006/relationships" id="257" r:id="R2e885b0da0a84eae"/>
    <p:sldId xmlns:r="http://schemas.openxmlformats.org/officeDocument/2006/relationships" id="258" r:id="R2630be6946e9474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4e22f16e654388" /><Relationship Type="http://schemas.openxmlformats.org/officeDocument/2006/relationships/theme" Target="/ppt/theme/theme1.xml" Id="R14763bdde0274ed4" /><Relationship Type="http://schemas.openxmlformats.org/officeDocument/2006/relationships/notesMaster" Target="/ppt/notesMasters/notesMaster1.xml" Id="R070f82c4e0a44d5e" /><Relationship Type="http://schemas.openxmlformats.org/officeDocument/2006/relationships/presProps" Target="/ppt/presProps.xml" Id="R7f308d963bfc45bf" /><Relationship Type="http://schemas.openxmlformats.org/officeDocument/2006/relationships/viewProps" Target="/ppt/viewProps.xml" Id="R8709a04ec5fa4fb6" /><Relationship Type="http://schemas.openxmlformats.org/officeDocument/2006/relationships/tableStyles" Target="/ppt/tableStyles.xml" Id="R06f476e4340b4d1f" /><Relationship Type="http://schemas.openxmlformats.org/officeDocument/2006/relationships/slide" Target="/ppt/slides/slide1.xml" Id="Rac125dddded84fe4" /><Relationship Type="http://schemas.openxmlformats.org/officeDocument/2006/relationships/slide" Target="/ppt/slides/slide2.xml" Id="R2e885b0da0a84eae" /><Relationship Type="http://schemas.openxmlformats.org/officeDocument/2006/relationships/slide" Target="/ppt/slides/slide3.xml" Id="R2630be6946e947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9adbf20d5864a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e7454d7b454978" /><Relationship Type="http://schemas.openxmlformats.org/officeDocument/2006/relationships/notesMaster" Target="/ppt/notesMasters/notesMaster1.xml" Id="R156f253565754a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b77cd3436f4559" /><Relationship Type="http://schemas.openxmlformats.org/officeDocument/2006/relationships/notesMaster" Target="/ppt/notesMasters/notesMaster1.xml" Id="Rd2d907fc92094a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bb88d93e1a41be" /><Relationship Type="http://schemas.openxmlformats.org/officeDocument/2006/relationships/notesMaster" Target="/ppt/notesMasters/notesMaster1.xml" Id="Rf3723e943edf41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bbf8b5251a41a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D77F5C91-AFC6-4366-92B7-125B7F3E58F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2ACB41-D9E0-4982-B809-133635145457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5203C86-2B65-4B9E-8B86-3DBECB4E5CA8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9CAF606-7B38-4691-9F74-146A3805519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F06E11-35FF-45EE-8E25-C02266BAB0D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49b6e0c3d504503" /><Relationship Type="http://schemas.openxmlformats.org/officeDocument/2006/relationships/slideLayout" Target="/ppt/slideLayouts/slideLayout2.xml" Id="R7b5c689ea9284e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36FA790-386C-4C31-BE9B-797FCE737A4B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5c689ea9284e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5d97f40cad4c3e" /><Relationship Type="http://schemas.openxmlformats.org/officeDocument/2006/relationships/notesSlide" Target="/ppt/notesSlides/notesSlide1.xml" Id="R7578142cd13848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0b4ebb4c164da6" /><Relationship Type="http://schemas.openxmlformats.org/officeDocument/2006/relationships/notesSlide" Target="/ppt/notesSlides/notesSlide2.xml" Id="R8bb9f1f9ae3648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3e77cdf29b4115" /><Relationship Type="http://schemas.openxmlformats.org/officeDocument/2006/relationships/notesSlide" Target="/ppt/notesSlides/notesSlide3.xml" Id="R86e5edd11ef04f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F06E11-35FF-45EE-8E25-C02266BAB0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30DAA-F572-41B2-9403-3B8FC7FB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WEBSITE PLANNING KIT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332440-485D-4B07-819B-B9DCBB47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4A7CE6-ED52-4F63-AB57-47A3E613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7334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424"/>
                </a:solidFill>
              </a:defRPr>
            </a:pPr>
            <a:r>
              <a:rPr sz="2700" b="1">
                <a:solidFill>
                  <a:srgbClr val="162424"/>
                </a:solidFill>
              </a:rPr>
              <a:t>Website planning brief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4C27A8-A9AE-4B8C-B915-3A47EE6A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A69"/>
                </a:solidFill>
              </a:defRPr>
            </a:pPr>
            <a:r>
              <a:rPr sz="1350" b="0">
                <a:solidFill>
                  <a:srgbClr val="5A6A69"/>
                </a:solidFill>
              </a:rPr>
              <a:t>Use this deck to align on what the website should say, what it should drive, and what needs to be ready before launch.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1244D4-04AA-47AD-8FD4-488B5D1A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4762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026D6D-7343-4DF9-9ADA-6E90987F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3600D9-FDFC-4919-A9F6-DFAF074A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434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BEST USE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B600FF-D895-48C3-B57E-65766605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4343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Use this before a redesign, homepage rewrite, or digital refresh when the offer is strong but the current website feels unclear or outdated.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783315-4465-425D-9803-07852F39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76600"/>
            <a:ext cx="4762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B31A4D-1E34-4A0D-8B82-A3E21408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7660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09DC7D-1DA6-4324-99FF-5FE14B08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86150"/>
            <a:ext cx="434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WHAT THIS SUPPORTS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7C9591-8D9D-4244-A36C-38AB7629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10000"/>
            <a:ext cx="4343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Homepage clarity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Page structure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Content planning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Launch readiness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02C986-4A4C-49B3-AFA0-A661A2CB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6A69"/>
                </a:solidFill>
              </a:defRPr>
            </a:pPr>
            <a:r>
              <a:rPr sz="750" b="0">
                <a:solidFill>
                  <a:srgbClr val="5A6A69"/>
                </a:solidFill>
              </a:rPr>
              <a:t>Clarpoint | Clear plans. Stronger communication. Better execution.</a:t>
            </a:r>
          </a:p>
        </p:txBody>
      </p:sp>
    </p:spTree>
    <p:extLst>
      <p:ext uri="{BB962C8B-B14F-4D97-AF65-F5344CB8AC3E}">
        <p14:creationId xmlns:p14="http://schemas.microsoft.com/office/powerpoint/2010/main" val="19584757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8F3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F06E11-35FF-45EE-8E25-C02266BAB0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D0547-5FC4-4E26-A2BF-A17220A4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MESSAGE AND CONVERSION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8D347C-77FD-4FE4-983B-E03306C4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242C4E-7C76-441C-9A7E-95DD5040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7334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424"/>
                </a:solidFill>
              </a:defRPr>
            </a:pPr>
            <a:r>
              <a:rPr sz="2700" b="1">
                <a:solidFill>
                  <a:srgbClr val="162424"/>
                </a:solidFill>
              </a:rPr>
              <a:t>Clarify what the business does and what the visitor should do next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411FC-A0C1-4024-964F-0132BC76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A69"/>
                </a:solidFill>
              </a:defRPr>
            </a:pPr>
            <a:r>
              <a:rPr sz="1350" b="0">
                <a:solidFill>
                  <a:srgbClr val="5A6A69"/>
                </a:solidFill>
              </a:rPr>
              <a:t>A cleaner website often starts with a better message and a simpler conversion path.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ED8505-25B5-4D5D-8F0B-4A177B4F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240C22-C682-4FEB-AF45-B2F4D837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188334-6AF0-4A41-B68B-A1D57D6E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2819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HOMEPAGE MESSAGE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A9ED40-6244-4268-AC45-5B19B0E6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28194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Who the business helps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What problem it solves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What outcome it creates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3F259D-432B-416E-A9E5-399B8CC7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43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C08DF2-D423-42DA-9625-96242308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432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18AEDC-BF40-4117-AD15-FA289741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52800"/>
            <a:ext cx="2819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PROOF AND TRUST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860197-D5D8-4C1C-B9F4-895EFB3F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76650"/>
            <a:ext cx="28194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Experience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Examples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Service credibility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Why believe 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FFF0A3-7CE4-48BF-B633-FA7826E9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653F47-FFA8-4816-BB5E-13FC2D5B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DCF79B-9907-4EDA-92A3-61469F7E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52800"/>
            <a:ext cx="2819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CTA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65E82F-932F-4461-912C-850731FC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76650"/>
            <a:ext cx="28194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Primary CTA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Secondary CTA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Lead capture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Mobile clarity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6FB31F-05F1-4D21-A3E5-EF898097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6A69"/>
                </a:solidFill>
              </a:defRPr>
            </a:pPr>
            <a:r>
              <a:rPr sz="750" b="0">
                <a:solidFill>
                  <a:srgbClr val="5A6A69"/>
                </a:solidFill>
              </a:rPr>
              <a:t>Clarpoint | Clear plans. Stronger communication. Better execution.</a:t>
            </a:r>
          </a:p>
        </p:txBody>
      </p:sp>
    </p:spTree>
    <p:extLst>
      <p:ext uri="{BB962C8B-B14F-4D97-AF65-F5344CB8AC3E}">
        <p14:creationId xmlns:p14="http://schemas.microsoft.com/office/powerpoint/2010/main" val="3970073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F06E11-35FF-45EE-8E25-C02266BAB0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1693BA-1F62-4BD8-BE9D-28544D4C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LAUNCH 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C4398F-7B7C-4098-9323-5EE9D36F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D87D36-89AB-463B-AA04-7E6A08C5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7334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424"/>
                </a:solidFill>
              </a:defRPr>
            </a:pPr>
            <a:r>
              <a:rPr sz="2700" b="1">
                <a:solidFill>
                  <a:srgbClr val="162424"/>
                </a:solidFill>
              </a:rPr>
              <a:t>Turn planning into a cleaner launch process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C5D4BA-A9C3-43C1-9C39-5E20349F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A69"/>
                </a:solidFill>
              </a:defRPr>
            </a:pPr>
            <a:r>
              <a:rPr sz="1350" b="0">
                <a:solidFill>
                  <a:srgbClr val="5A6A69"/>
                </a:solidFill>
              </a:rPr>
              <a:t>Use the final slide to frame the launch checklist, owner decisions, and what must be true before go-live.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7F4A07-9FB6-419F-B6B1-7EC0D9FC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40B7C0-1B34-4DF6-8DCD-E4560BC0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F0AD99-1121-4054-B245-52490C89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2819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PRE-LAUNCH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4395DF-E036-47EB-8638-9BC2D0A2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28194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Copy approval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QA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Metadata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Form testing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B7DDA5-E354-418E-9947-215CD6AA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43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FB8FF0-2B47-4D69-86B3-1944DA3D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432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070190-C791-414E-9D91-1E9BBB5E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52800"/>
            <a:ext cx="2819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LAUNCH DAY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4B8A1A-B39D-41CB-932F-9C5D03AE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76650"/>
            <a:ext cx="28194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Final checks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Ownership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Issue response path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15C2B3-D8E0-49A1-8A63-FBB22E6B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D14313-B35E-4A8E-A9F6-79D0F1C2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6FDE60-678F-42F0-A881-E117F73F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52800"/>
            <a:ext cx="2819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AFTER LAUNCH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25436D-A42F-46E9-AAE6-CFC2D0D0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76650"/>
            <a:ext cx="28194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Feedback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Fixes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Lead flow review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Maintenance rhythm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D8E69A-3FB6-42B5-9E91-659DD5D1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6A69"/>
                </a:solidFill>
              </a:defRPr>
            </a:pPr>
            <a:r>
              <a:rPr sz="750" b="0">
                <a:solidFill>
                  <a:srgbClr val="5A6A69"/>
                </a:solidFill>
              </a:rPr>
              <a:t>Clarpoint | Clear plans. Stronger communication. Better execution.</a:t>
            </a:r>
          </a:p>
        </p:txBody>
      </p:sp>
    </p:spTree>
    <p:extLst>
      <p:ext uri="{BB962C8B-B14F-4D97-AF65-F5344CB8AC3E}">
        <p14:creationId xmlns:p14="http://schemas.microsoft.com/office/powerpoint/2010/main" val="8161041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2026-05-24T21:41:57.7970000Z</dcterms:created>
  <dcterms:modified xsi:type="dcterms:W3CDTF">2026-05-24T21:41:57.7970000Z</dcterms:modified>
</coreProperties>
</file>