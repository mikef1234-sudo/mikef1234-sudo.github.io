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63024f724b47bc" /><Relationship Type="http://schemas.openxmlformats.org/officeDocument/2006/relationships/extended-properties" Target="/docProps/app.xml" Id="Rf791a0c03a7f4333" /><Relationship Type="http://schemas.openxmlformats.org/officeDocument/2006/relationships/officeDocument" Target="/ppt/presentation.xml" Id="Rcc81a7eefef348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423c810c654ad3"/>
  </p:sldMasterIdLst>
  <p:notesMasterIdLst>
    <p:notesMasterId xmlns:r="http://schemas.openxmlformats.org/officeDocument/2006/relationships" r:id="R5fcc041c48b94e5e"/>
  </p:notesMasterIdLst>
  <p:sldIdLst>
    <p:sldId xmlns:r="http://schemas.openxmlformats.org/officeDocument/2006/relationships" id="256" r:id="Re69ecabe3f4c4e6f"/>
    <p:sldId xmlns:r="http://schemas.openxmlformats.org/officeDocument/2006/relationships" id="257" r:id="Rba5df4ee47e54e71"/>
    <p:sldId xmlns:r="http://schemas.openxmlformats.org/officeDocument/2006/relationships" id="258" r:id="R8a8df2c063b5440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23c810c654ad3" /><Relationship Type="http://schemas.openxmlformats.org/officeDocument/2006/relationships/theme" Target="/ppt/theme/theme1.xml" Id="R6f507e9b1bca4025" /><Relationship Type="http://schemas.openxmlformats.org/officeDocument/2006/relationships/notesMaster" Target="/ppt/notesMasters/notesMaster1.xml" Id="R5fcc041c48b94e5e" /><Relationship Type="http://schemas.openxmlformats.org/officeDocument/2006/relationships/presProps" Target="/ppt/presProps.xml" Id="Rcb19596642ea4b24" /><Relationship Type="http://schemas.openxmlformats.org/officeDocument/2006/relationships/viewProps" Target="/ppt/viewProps.xml" Id="R53241ecaba974675" /><Relationship Type="http://schemas.openxmlformats.org/officeDocument/2006/relationships/tableStyles" Target="/ppt/tableStyles.xml" Id="R283b73962e034eef" /><Relationship Type="http://schemas.openxmlformats.org/officeDocument/2006/relationships/slide" Target="/ppt/slides/slide1.xml" Id="Re69ecabe3f4c4e6f" /><Relationship Type="http://schemas.openxmlformats.org/officeDocument/2006/relationships/slide" Target="/ppt/slides/slide2.xml" Id="Rba5df4ee47e54e71" /><Relationship Type="http://schemas.openxmlformats.org/officeDocument/2006/relationships/slide" Target="/ppt/slides/slide3.xml" Id="R8a8df2c063b5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d1c4ab620004d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60aea97876c4087" /><Relationship Type="http://schemas.openxmlformats.org/officeDocument/2006/relationships/notesMaster" Target="/ppt/notesMasters/notesMaster1.xml" Id="R7d51114c6ea44c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a9cf693d114f63" /><Relationship Type="http://schemas.openxmlformats.org/officeDocument/2006/relationships/notesMaster" Target="/ppt/notesMasters/notesMaster1.xml" Id="R26b860f3c4554a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a93db9b2d64202" /><Relationship Type="http://schemas.openxmlformats.org/officeDocument/2006/relationships/notesMaster" Target="/ppt/notesMasters/notesMaster1.xml" Id="R743c145f92c3455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ef6d8e090423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6877D3DA-548B-477B-8160-C60AB9167EB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601C97F8-C168-4EE7-88A3-D73F090D431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21374C4-2C65-4DFF-A3F3-6507CEC7C4E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B8C679B-3D81-4D00-8617-7AC94DE8B295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EDBB5-E2EB-4E1F-AB1C-271881FFA6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75d78e6bb474c84" /><Relationship Type="http://schemas.openxmlformats.org/officeDocument/2006/relationships/slideLayout" Target="/ppt/slideLayouts/slideLayout2.xml" Id="R726e8cfc897241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CD9407-256A-4627-9991-340747EFDE9F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e8cfc897241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cef2de2db44a87" /><Relationship Type="http://schemas.openxmlformats.org/officeDocument/2006/relationships/notesSlide" Target="/ppt/notesSlides/notesSlide1.xml" Id="Rd6fc971ab09b4f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97c195d7d047b3" /><Relationship Type="http://schemas.openxmlformats.org/officeDocument/2006/relationships/notesSlide" Target="/ppt/notesSlides/notesSlide2.xml" Id="R26bb3c3ce11d4b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a3bced52214930" /><Relationship Type="http://schemas.openxmlformats.org/officeDocument/2006/relationships/notesSlide" Target="/ppt/notesSlides/notesSlide3.xml" Id="R90f4a687977f45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EDBB5-E2EB-4E1F-AB1C-271881FFA6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45774-9C4F-4C95-ACFF-392587E22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CLIENT KICKOFF PACK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F6A03F-A5BE-4163-B1F9-5D12317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6671E-1C5F-4874-A97E-0167CAC3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Client kickoff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56415D-51EE-49AC-87C9-A5AB126D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editable deck to lead a calm, structured kickoff that sets expectations and creates cleaner follow-through.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4CD02-DD87-405B-9136-0A14632B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FA31C-14A3-45BA-92F1-75DBB4958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356E9-2B6C-40F9-ADA0-3C5E431D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PURPOSE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8B6EE-0C70-4240-AB6B-94E8978F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Align on outcomes, scope, roles, cadence, and immediate next steps without turning kickoff into a loose discussion.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DB1E33-A46A-45FF-AC40-BBB65CF1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AF98AE-6C53-4FF7-9CF3-0FCB0E68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BED545-AB72-4C51-B8B8-9AB8E310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HOW TO USE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E81610-01EE-4E46-8A30-B5209834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Pair this deck with the agenda, stakeholder intake form, workbook, and follow-up email template in the same pack.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ED5164-3D2D-45B9-9B67-17176118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459089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EDBB5-E2EB-4E1F-AB1C-271881FFA6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129C79-B839-417D-9C4B-CDBC0DBE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SCOPE AND SUCCESS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67AC34-43F4-4F22-A0E2-E509A91C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A8966-8946-49B9-8052-9CF5358E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Start with the outcome, then define the working frame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7879F-3008-43DE-986C-81AE321C2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Keep the opening slides focused on what the work is meant to achieve and how success will be recognized.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7C8E1-536D-4AA1-BE33-F3C8EC2C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171B2-74C6-4D58-84F0-F639E015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B7124-40CA-45B6-AC7A-3215E603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DESIRED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030BD-A803-41BD-AC4C-390E4458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Why this work matters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should be true at the end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What success should feel like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ACE5B6-6F4A-48CE-8C40-8596918A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E5323-0303-46CE-9A0D-7C47756ED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99AE9-57EA-4608-8C5C-43D1EA25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1017F-5032-467D-80E0-75B74AB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In scope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Out of scope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Known assumptions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Dependencies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2E6D4-7FEE-406B-8ED1-951AF87A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3039D-A057-4040-801C-B3F472D7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0AC5E3-E4D8-45D4-A74C-73659C9D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WORKING MODEL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B90DB-BC97-4A41-AC0C-7F7CE41D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Cadence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Communication path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Review points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Escalation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C4F5F7-1CB7-4426-BCFD-94E76216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92752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BDEDBB5-E2EB-4E1F-AB1C-271881FFA6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4DB6BE-C12F-4FA0-AD7B-43189652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OWNERSHIP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9D842-22E2-4D8F-8325-12423528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40567-F3B6-430D-9715-F5E5AF49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Make owners and first actions visible before the meeting 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16EF4-A268-4EDA-9B55-0381CF634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The goal is to leave kickoff with fewer assumptions and a stronger follow-up rhythm.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62138-D3DF-446F-8C20-30F02B7C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DA7044-586F-428C-B63E-5D037467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DF896-B34B-4774-9E35-2F038285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KEY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170877-C750-48A8-86DC-E78B580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Executive sponsor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Business 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Delivery lead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Approver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A613F-A2BE-45A6-AE2D-BDE26B52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F4EA5-79D8-4CD3-B055-28CDF463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FF62A-5364-4840-8EFF-EB9B2E68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IMMEDIATE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9B491-157D-4D09-A5AD-D205BC18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Action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Owner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Due date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Tracking method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40FBFC-7F51-48F4-9B28-3F3B6006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238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E06DC-C45A-4EA5-9333-34A7B5D6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6B0A5-935E-491D-B65F-9091E42C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52800"/>
            <a:ext cx="2819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NEXT CHECKPOINT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DF07C-2BC8-4EDA-B7EA-5B9443EA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76650"/>
            <a:ext cx="28194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First follow-up review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Needed materials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Success signal for week one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6C27C5-0CF1-423A-AD5D-0786E601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20780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2026-05-24T21:41:57.6730000Z</dcterms:created>
  <dcterms:modified xsi:type="dcterms:W3CDTF">2026-05-24T21:41:57.6730000Z</dcterms:modified>
</coreProperties>
</file>